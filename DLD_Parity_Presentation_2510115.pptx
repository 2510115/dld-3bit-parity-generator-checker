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3-Bit Even Parity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 and Checker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Logic Design Project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Rehman (2510115)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4630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simulate, and analyze a 3-bit even parity generator and checker circuit using basic logic gates.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3774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how parity bits enable simple error detection in digital data transmission.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0789920" cy="3017520"/>
          </a:xfrm>
          <a:prstGeom prst="roundRect">
            <a:avLst>
              <a:gd name="adj" fmla="val 303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parity bit is an extra bit added to data so the total number of 1s is always even (even parity) or odd.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Parity Generator creates this bit at the sender's end.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Parity Checker verifies it at the receiver's end.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parity doesn't match, a transmission error is detected.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Parity Generator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A XOR B XOR 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3 data bits (A, B, C) and produces parity bit P using two cascaded XOR gates, so total number of 1s (A,B,C,P) is always even.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280160"/>
          <a:ext cx="4754880" cy="329184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Parity Checker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A XOR B XOR C XOR 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Recomputes parity at the receiver using all 4 bits (A, B, C, P). If E = 0, data is correct; if E = 1, a transmission error is detected.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280160"/>
          <a:ext cx="4754880" cy="3291840"/>
        </p:xfrm>
        <a:graphic>
          <a:graphicData uri="http://schemas.openxmlformats.org/drawingml/2006/table">
            <a:tbl>
              <a:tblPr/>
              <a:tblGrid>
                <a:gridCol w="950976"/>
                <a:gridCol w="950976"/>
                <a:gridCol w="950976"/>
                <a:gridCol w="950976"/>
                <a:gridCol w="950976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4630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Logisim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023360" y="146304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simulation and logic verification against the truth table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5603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TinkerCAD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023360" y="256032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design and visualization with virtual logic gate components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6576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Word / PowerPoint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023360" y="365760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 and presentation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Principle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228600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data bits (A, B, C) enter the parity generator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43000" y="1828800"/>
            <a:ext cx="137160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1554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761488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32888" y="228600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computes parity bit P using XOR gates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55848" y="1828800"/>
            <a:ext cx="137160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74336" y="1554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974336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45736" y="228600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data (A, B, C, P) is transmitted to receiver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68696" y="1828800"/>
            <a:ext cx="137160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87184" y="1554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187184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58584" y="228600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 recomputes parity across all 4 bits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81544" y="1828800"/>
            <a:ext cx="137160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0032" y="1554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400032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71432" y="228600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0 means data is correct; E = 1 flags an error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the design and simulation of a 3-bit even parity generator and checker using XOR logic gates. Truth tables verified through Logisim confirm correct parity generation and single-bit error detection — a foundational technique used in larger digital communication and memory systems.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3-Bit Even Parity Generator and Checker</dc:title>
  <dc:subject>PptxGenJS Presentation</dc:subject>
  <dc:creator>Abdul Rehman</dc:creator>
  <cp:lastModifiedBy>Abdul Rehman</cp:lastModifiedBy>
  <cp:revision>1</cp:revision>
  <dcterms:created xsi:type="dcterms:W3CDTF">2026-06-30T09:27:48Z</dcterms:created>
  <dcterms:modified xsi:type="dcterms:W3CDTF">2026-06-30T09:27:48Z</dcterms:modified>
</cp:coreProperties>
</file>